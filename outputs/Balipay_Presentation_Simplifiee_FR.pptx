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79006451884923" /><Relationship Type="http://schemas.openxmlformats.org/officeDocument/2006/relationships/extended-properties" Target="/docProps/app.xml" Id="R4098015d385b4a55" /><Relationship Type="http://schemas.openxmlformats.org/officeDocument/2006/relationships/officeDocument" Target="/ppt/presentation.xml" Id="R9198638095b040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b0905a6507437f"/>
  </p:sldMasterIdLst>
  <p:notesMasterIdLst>
    <p:notesMasterId xmlns:r="http://schemas.openxmlformats.org/officeDocument/2006/relationships" r:id="Ra8805866c1804cdc"/>
  </p:notesMasterIdLst>
  <p:sldIdLst>
    <p:sldId xmlns:r="http://schemas.openxmlformats.org/officeDocument/2006/relationships" id="256" r:id="R11ec098909ac4186"/>
    <p:sldId xmlns:r="http://schemas.openxmlformats.org/officeDocument/2006/relationships" id="257" r:id="R71ab05ceade143a4"/>
    <p:sldId xmlns:r="http://schemas.openxmlformats.org/officeDocument/2006/relationships" id="258" r:id="R716d7daeae354c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c2001327cb4210" /><Relationship Type="http://schemas.openxmlformats.org/officeDocument/2006/relationships/slideMaster" Target="/ppt/slideMasters/slideMaster1.xml" Id="R27b0905a6507437f" /><Relationship Type="http://schemas.openxmlformats.org/officeDocument/2006/relationships/notesMaster" Target="/ppt/notesMasters/notesMaster1.xml" Id="Ra8805866c1804cdc" /><Relationship Type="http://schemas.openxmlformats.org/officeDocument/2006/relationships/presProps" Target="/ppt/presProps.xml" Id="R5d926db5a68b4544" /><Relationship Type="http://schemas.openxmlformats.org/officeDocument/2006/relationships/tableStyles" Target="/ppt/tableStyles.xml" Id="R29b0d22697cf4585" /><Relationship Type="http://schemas.openxmlformats.org/officeDocument/2006/relationships/slide" Target="/ppt/slides/slide1.xml" Id="R11ec098909ac4186" /><Relationship Type="http://schemas.openxmlformats.org/officeDocument/2006/relationships/slide" Target="/ppt/slides/slide2.xml" Id="R71ab05ceade143a4" /><Relationship Type="http://schemas.openxmlformats.org/officeDocument/2006/relationships/slide" Target="/ppt/slides/slide3.xml" Id="R716d7daeae354c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897a27656642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be6613482e4556" /><Relationship Type="http://schemas.openxmlformats.org/officeDocument/2006/relationships/notesMaster" Target="/ppt/notesMasters/notesMaster1.xml" Id="Rcbacae23d87545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1c97333dee4bb7" /><Relationship Type="http://schemas.openxmlformats.org/officeDocument/2006/relationships/notesMaster" Target="/ppt/notesMasters/notesMaster1.xml" Id="R15c96b5af1df4b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90d05527c348bb" /><Relationship Type="http://schemas.openxmlformats.org/officeDocument/2006/relationships/notesMaster" Target="/ppt/notesMasters/notesMaster1.xml" Id="R4a56b5333f904b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0138453a94a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17aebce77640ed" /><Relationship Type="http://schemas.openxmlformats.org/officeDocument/2006/relationships/slideLayout" Target="/ppt/slideLayouts/slideLayout1.xml" Id="R803b35fc526d4b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3b35fc526d4b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d56e00d424a63" /><Relationship Type="http://schemas.openxmlformats.org/officeDocument/2006/relationships/image" Target="/ppt/media/image.png" Id="Re105c26da4184313" /><Relationship Type="http://schemas.openxmlformats.org/officeDocument/2006/relationships/notesSlide" Target="/ppt/notesSlides/notesSlide1.xml" Id="R2cbc380a803d4f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d3a10555a4020" /><Relationship Type="http://schemas.openxmlformats.org/officeDocument/2006/relationships/notesSlide" Target="/ppt/notesSlides/notesSlide2.xml" Id="R979cec701dcf4f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5ee46032e42c4" /><Relationship Type="http://schemas.openxmlformats.org/officeDocument/2006/relationships/notesSlide" Target="/ppt/notesSlides/notesSlide3.xml" Id="Rce86fea0ba8847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2E375-AE2E-4E8E-A7C3-39C1C191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5c26da4184313"/>
          <a:srcRect xmlns:a="http://schemas.openxmlformats.org/drawingml/2006/main" l="28895" t="0" r="288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762000"/>
            <a:ext cx="4000500" cy="53340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5B842-7A12-466D-91BB-9A8386DE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6C58"/>
                </a:solidFill>
              </a:defRPr>
            </a:pPr>
            <a:r>
              <a:rPr sz="1575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B915C-9E7E-40A0-AFBF-11D9A9E6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4211D"/>
                </a:solidFill>
              </a:defRPr>
            </a:pPr>
            <a:r>
              <a:rPr sz="4200" b="1">
                <a:solidFill>
                  <a:srgbClr val="14211D"/>
                </a:solidFill>
              </a:rPr>
              <a:t>L’idée en 3 minutes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714CD-6E80-488C-AFD1-8DAF0EA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514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7068"/>
                </a:solidFill>
              </a:defRPr>
            </a:pPr>
            <a:r>
              <a:rPr sz="2025" b="0">
                <a:solidFill>
                  <a:srgbClr val="5E7068"/>
                </a:solidFill>
              </a:rPr>
              <a:t>Un système mixte entre Silkpay et Revolut, adapté aux commerçants chinois en Europe.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4290B-A395-4703-8235-E2425DD0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3429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C58"/>
          </a:solidFill>
          <a:ln xmlns:a="http://schemas.openxmlformats.org/drawingml/2006/main" w="9525">
            <a:solidFill>
              <a:srgbClr val="126C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9F4A5-3D0A-45FB-A193-EAA79593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Paiement + services + récompenses</a:t>
            </a:r>
          </a:p>
        </p:txBody>
      </p:sp>
    </p:spTree>
    <p:extLst>
      <p:ext uri="{BB962C8B-B14F-4D97-AF65-F5344CB8AC3E}">
        <p14:creationId xmlns:p14="http://schemas.microsoft.com/office/powerpoint/2010/main" val="13179455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4B5426-46B3-424F-90AF-2D2EF83A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C58"/>
                </a:solidFill>
              </a:defRPr>
            </a:pPr>
            <a:r>
              <a:rPr sz="975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2D7C0-9A46-472A-9F7A-6F04EB40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1D"/>
                </a:solidFill>
              </a:defRPr>
            </a:pPr>
            <a:r>
              <a:rPr sz="2850" b="1">
                <a:solidFill>
                  <a:srgbClr val="14211D"/>
                </a:solidFill>
              </a:rPr>
              <a:t>Ce que Balipay apporte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23CAB7-E252-4FBE-B91F-D20231F6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A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A9E30-476A-4760-9391-F0E5B965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90750"/>
            <a:ext cx="2857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622E8-D40B-4E85-823A-D2AEDB58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193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C4F42"/>
                </a:solidFill>
              </a:defRPr>
            </a:pPr>
            <a:r>
              <a:rPr sz="2550" b="1">
                <a:solidFill>
                  <a:srgbClr val="0C4F42"/>
                </a:solidFill>
              </a:rPr>
              <a:t>Encaisser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F5C0B-201A-4A47-9763-775DB1B5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86125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1D"/>
                </a:solidFill>
              </a:defRPr>
            </a:pPr>
            <a:r>
              <a:rPr sz="1575" b="0">
                <a:solidFill>
                  <a:srgbClr val="14211D"/>
                </a:solidFill>
              </a:rPr>
              <a:t>CB, Visa, Mastercard, Alipay, WeChat Pay, UnionPay, QR et Pay by Link.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140AF-83C8-4A55-B85E-7C123C8C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2857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6D0726-8A7F-4BD5-94D1-60F33E9B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193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C4F42"/>
                </a:solidFill>
              </a:defRPr>
            </a:pPr>
            <a:r>
              <a:rPr sz="2550" b="1">
                <a:solidFill>
                  <a:srgbClr val="0C4F42"/>
                </a:solidFill>
              </a:rPr>
              <a:t>Gérer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62A32-E176-4664-A78F-3922F995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1D"/>
                </a:solidFill>
              </a:defRPr>
            </a:pPr>
            <a:r>
              <a:rPr sz="1575" b="0">
                <a:solidFill>
                  <a:srgbClr val="14211D"/>
                </a:solidFill>
              </a:rPr>
              <a:t>Dashboard, reporting, clôture journalière, exports et support bilingue.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6BFEC-1498-4E6C-95D7-6351EFBC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90750"/>
            <a:ext cx="2857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9204C-C224-4C2A-8228-59A27DE1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193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C4F42"/>
                </a:solidFill>
              </a:defRPr>
            </a:pPr>
            <a:r>
              <a:rPr sz="2550" b="1">
                <a:solidFill>
                  <a:srgbClr val="0C4F42"/>
                </a:solidFill>
              </a:rPr>
              <a:t>Grandir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325C5-35A3-472C-B99A-6B0BE437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86125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1D"/>
                </a:solidFill>
              </a:defRPr>
            </a:pPr>
            <a:r>
              <a:rPr sz="1575" b="0">
                <a:solidFill>
                  <a:srgbClr val="14211D"/>
                </a:solidFill>
              </a:rPr>
              <a:t>Carte virtuelle, financement futur selon chiffre d’affaires, rewards premium.</a:t>
            </a:r>
          </a:p>
        </p:txBody>
      </p:sp>
    </p:spTree>
    <p:extLst>
      <p:ext uri="{BB962C8B-B14F-4D97-AF65-F5344CB8AC3E}">
        <p14:creationId xmlns:p14="http://schemas.microsoft.com/office/powerpoint/2010/main" val="1980683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388E4D-4C0E-4572-BAA1-17A946F9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C58"/>
                </a:solidFill>
              </a:defRPr>
            </a:pPr>
            <a:r>
              <a:rPr sz="975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07365-0CA8-4821-8677-2B8BCF8C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1D"/>
                </a:solidFill>
              </a:defRPr>
            </a:pPr>
            <a:r>
              <a:rPr sz="2850" b="1">
                <a:solidFill>
                  <a:srgbClr val="14211D"/>
                </a:solidFill>
              </a:rPr>
              <a:t>Pourquoi c’est crédible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C349B-188E-4B61-BBC6-30248EA2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A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72D25-D292-4873-A923-1D07547E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7068"/>
                </a:solidFill>
              </a:defRPr>
            </a:pPr>
            <a:r>
              <a:rPr sz="2100" b="0">
                <a:solidFill>
                  <a:srgbClr val="5E7068"/>
                </a:solidFill>
              </a:rPr>
              <a:t>Balipay vise les commerçants indépendants et les grandes enseignes, avec une infrastructure sérieuse.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3AEF5-93CB-46EF-8058-5E62B8C1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95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7F858-CAAF-4BF4-A061-474E91A9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28875"/>
            <a:ext cx="821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Backend fort et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93A26-3B67-450F-A179-BA8C16AF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223FA-38A0-4084-822B-008CE752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821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Cybersécurité renforcée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9B7C4-5502-467B-B77D-5FA9B9DD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7DBD8-AE6D-4EB4-BE5A-5391FC45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71875"/>
            <a:ext cx="821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Commission compétitive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BAB49-1AE5-45DA-940B-B4655E50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4E7CD-B558-4C41-BEC8-3A48941B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43375"/>
            <a:ext cx="821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Soutiens Bpifrance / Région Île-de-France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D9E8D-3AD8-4EAB-8940-ACE20D45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81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52CE5-3445-459C-8640-A4953D98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14875"/>
            <a:ext cx="821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Partenaire financier : La Banque Postale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C12D5-C424-4398-8613-EBC97FDB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C4F42"/>
                </a:solidFill>
              </a:defRPr>
            </a:pPr>
            <a:r>
              <a:rPr sz="2025" b="1">
                <a:solidFill>
                  <a:srgbClr val="0C4F42"/>
                </a:solidFill>
              </a:rPr>
              <a:t>Objectif immédiat : expliquer, recruter, tester avec les premiers commerçants.</a:t>
            </a:r>
          </a:p>
        </p:txBody>
      </p:sp>
    </p:spTree>
    <p:extLst>
      <p:ext uri="{BB962C8B-B14F-4D97-AF65-F5344CB8AC3E}">
        <p14:creationId xmlns:p14="http://schemas.microsoft.com/office/powerpoint/2010/main" val="801825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2026-06-20T14:27:02.4890000Z</dcterms:created>
  <dcterms:modified xsi:type="dcterms:W3CDTF">2026-06-20T14:27:02.4890000Z</dcterms:modified>
</coreProperties>
</file>